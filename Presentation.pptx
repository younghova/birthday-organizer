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54550B-C317-4303-0EDE-09E4557C9D16}" v="143" dt="2026-06-09T20:05:16.5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926080"/>
          </a:xfrm>
          <a:prstGeom prst="rect">
            <a:avLst/>
          </a:prstGeom>
          <a:solidFill>
            <a:srgbClr val="2F6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/>
            </a:pPr>
            <a:r>
              <a:t>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Органайзер дней рождения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FE9FF"/>
                </a:solidFill>
              </a:defRPr>
            </a:pPr>
            <a:r>
              <a:t>Desktop-приложение на 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6154505" cy="1231106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rPr lang="ru-RU" dirty="0"/>
              <a:t>Выполнили</a:t>
            </a:r>
            <a:r>
              <a:rPr dirty="0"/>
              <a:t>: </a:t>
            </a:r>
            <a:r>
              <a:rPr lang="ru-RU" dirty="0" err="1"/>
              <a:t>Бакушев</a:t>
            </a:r>
            <a:r>
              <a:rPr lang="ru-RU" dirty="0"/>
              <a:t> Даниил и </a:t>
            </a:r>
            <a:r>
              <a:rPr lang="ru-RU" dirty="0" err="1"/>
              <a:t>Войнов</a:t>
            </a:r>
            <a:r>
              <a:rPr dirty="0"/>
              <a:t> </a:t>
            </a:r>
            <a:r>
              <a:rPr lang="ru-RU" dirty="0"/>
              <a:t>Денис </a:t>
            </a:r>
            <a:r>
              <a:rPr dirty="0"/>
              <a:t>(</a:t>
            </a:r>
            <a:r>
              <a:rPr dirty="0" err="1"/>
              <a:t>группа</a:t>
            </a:r>
            <a:r>
              <a:rPr dirty="0"/>
              <a:t> </a:t>
            </a:r>
            <a:r>
              <a:rPr lang="ru-RU" dirty="0"/>
              <a:t>ИБ-2)</a:t>
            </a:r>
            <a:endParaRPr dirty="0"/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rPr dirty="0" err="1"/>
              <a:t>Преподаватель</a:t>
            </a:r>
            <a:r>
              <a:rPr dirty="0"/>
              <a:t>: </a:t>
            </a:r>
            <a:r>
              <a:rPr lang="ru-RU" dirty="0"/>
              <a:t>Хараули А.Я.</a:t>
            </a:r>
            <a:endParaRPr dirty="0"/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rPr lang="ru-RU"/>
              <a:t>2026г.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F6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Задание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FE9FF"/>
                </a:solidFill>
              </a:defRPr>
            </a:pPr>
            <a:r>
              <a:t>Какую задачу получили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Разработать desktop-приложение для учёта контактов и напоминания о днях рождения.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Хранить контакты: имя, дата рождения, телефон, email, фото, эмодзи.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Автоматически считать возраст и количество дней до ближайшего ДР.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Реализовать систему напоминаний с настраиваемым периодом.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Сделать удобный графический интерфейс и работу с базой данных.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Добавить авторизацию пользователей и роль администратора.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Обеспечить экспорт данных в CSV и возможность сборки в exe.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F6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Анализ предметной области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FE9FF"/>
                </a:solidFill>
              </a:defRPr>
            </a:pPr>
            <a:r>
              <a:t>Проблема, аудитория и аналоги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F6DF6"/>
                </a:solidFill>
              </a:defRPr>
            </a:pPr>
            <a:r>
              <a:t>Проблема и аудитория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</a:defRPr>
            </a:pPr>
            <a:r>
              <a:t>Люди забывают дни рождения близких.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</a:defRPr>
            </a:pPr>
            <a:r>
              <a:t>Контактов может быть много.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</a:defRPr>
            </a:pPr>
            <a:r>
              <a:t>Нужны локальные напоминания без интернета.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</a:defRPr>
            </a:pPr>
            <a:r>
              <a:t>Целевая аудитория: студенты, пользователи ПК.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28016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A39A"/>
                </a:solidFill>
              </a:defRPr>
            </a:pPr>
            <a:r>
              <a:t>Сравнение с аналогами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73736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</a:defRPr>
            </a:pPr>
            <a:r>
              <a:t>Google Calendar — нужен интернет.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</a:defRPr>
            </a:pPr>
            <a:r>
              <a:t>Контакты телефона — нет расчёта возраста.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</a:defRPr>
            </a:pPr>
            <a:r>
              <a:t>Excel — нет напоминаний и авторизации.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</a:defRPr>
            </a:pPr>
            <a:r>
              <a:t>Вывод: нужно своё desktop-приложение с БД.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F6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Диаграмма вариантов использования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FE9FF"/>
                </a:solidFill>
              </a:defRPr>
            </a:pPr>
            <a:r>
              <a:t>Use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F6DF6"/>
                </a:solidFill>
              </a:defRPr>
            </a:pPr>
            <a:r>
              <a:t>Акторы и сценарии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39"/>
            <a:ext cx="8046720" cy="4389120"/>
          </a:xfrm>
          <a:prstGeom prst="rect">
            <a:avLst/>
          </a:prstGeom>
          <a:solidFill>
            <a:srgbClr val="EEF4FF"/>
          </a:solidFill>
          <a:ln>
            <a:solidFill>
              <a:srgbClr val="C3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920239"/>
            <a:ext cx="749807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Пользователь: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  • Регистрация / Вход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  • Добавление, редактирование, удаление контактов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  • Просмотр таблицы / списка контактов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  • Настройка напоминаний, экспорт в CSV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endParaRPr/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Администратор: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  • Все действия пользователя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  • Управление пользователями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  • Сброс пароля, удаление учётной записи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F6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Диаграмма базы данных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FE9FF"/>
                </a:solidFill>
              </a:defRPr>
            </a:pPr>
            <a:r>
              <a:t>ER-модель (SQLite)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F6DF6"/>
                </a:solidFill>
              </a:defRPr>
            </a:pPr>
            <a:r>
              <a:t>Таблицы и связи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39"/>
            <a:ext cx="8046720" cy="4389120"/>
          </a:xfrm>
          <a:prstGeom prst="rect">
            <a:avLst/>
          </a:prstGeom>
          <a:solidFill>
            <a:srgbClr val="EEF4FF"/>
          </a:solidFill>
          <a:ln>
            <a:solidFill>
              <a:srgbClr val="C3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920239"/>
            <a:ext cx="749807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USERS (id, username, password, role)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    │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    ├──&lt; CONTACTS (id, user_id, name, birth_date,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    │                phone, email, photo_path, emoji)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    │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    └── SETTINGS (user_id, reminder_days)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endParaRPr/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Связи: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  • Один пользователь → много контактов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  • Один пользователь → одна запись настроек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  • При удалении пользователя контакты удаляются (CASCADE)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F6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Архитектура приложения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FE9FF"/>
                </a:solidFill>
              </a:defRPr>
            </a:pPr>
            <a:r>
              <a:t>Трёхслойная структура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F6DF6"/>
                </a:solidFill>
              </a:defRPr>
            </a:pPr>
            <a:r>
              <a:t>Слои системы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39"/>
            <a:ext cx="8046720" cy="4389120"/>
          </a:xfrm>
          <a:prstGeom prst="rect">
            <a:avLst/>
          </a:prstGeom>
          <a:solidFill>
            <a:srgbClr val="EEF4FF"/>
          </a:solidFill>
          <a:ln>
            <a:solidFill>
              <a:srgbClr val="C3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920239"/>
            <a:ext cx="749807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┌─────────────────────────────────────────────┐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│  UI (main.py)                               │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│  LoginWindow → BirthdayApp → AdminWindow    │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└──────────────────┬──────────────────────────┘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                   │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┌──────────────────▼──────────────────────────┐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│  Бизнес-логика                              │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│  AuthManager, расчёт возраста, напоминания  │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└──────────────────┬──────────────────────────┘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                   │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┌──────────────────▼──────────────────────────┐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│  Данные (database.py) → SQLite birthdays.db │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└─────────────────────────────────────────────┘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F6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Алгоритм работы программы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FE9FF"/>
                </a:solidFill>
              </a:defRPr>
            </a:pPr>
            <a:r>
              <a:t>Основной сценарий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F6DF6"/>
                </a:solidFill>
              </a:defRPr>
            </a:pPr>
            <a:r>
              <a:t>Последовательность действий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39"/>
            <a:ext cx="8046720" cy="4389120"/>
          </a:xfrm>
          <a:prstGeom prst="rect">
            <a:avLst/>
          </a:prstGeom>
          <a:solidFill>
            <a:srgbClr val="EEF4FF"/>
          </a:solidFill>
          <a:ln>
            <a:solidFill>
              <a:srgbClr val="C3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920239"/>
            <a:ext cx="749807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Запуск → Окно авторизации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    ↓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Успешный вход → Главное окно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    ↓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Добавление / редактирование / удаление контакта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    ↓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Сохранение в SQLite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    ↓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Отображение в таблице или списке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    ↓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  <a:latin typeface="Consolas"/>
              </a:defRPr>
            </a:pPr>
            <a:r>
              <a:t>Проверка напоминаний → уведомление о ближайших ДР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F6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Разработка приложения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FE9FF"/>
                </a:solidFill>
              </a:defRPr>
            </a:pPr>
            <a:r>
              <a:t>Этапы реализации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1. Проектирование — анализ, ER-диаграмма, архитектура.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2. База данных — модуль database.py, таблицы users, contacts, settings.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3. Авторизация — регистрация, вход, SHA-256, роли user/admin.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4. GUI — CustomTkinter: окно входа, форма контакта, таблица, админ-панель.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5. Функции — напоминания, CSV-экспорт, фото, эмодзи, горячие клавиши.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6. Дизайн — светлая тема, единая цветовая палитра, стилизация таблиц.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7. Сборка — exe (PyInstaller) и установщик (Inno Setup).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F6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Реализованный функционал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FE9FF"/>
                </a:solidFill>
              </a:defRPr>
            </a:pPr>
            <a:r>
              <a:t>Что умеет приложение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Авторизация и регистрация пользователей.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CRUD-операции с контактами (создание, чтение, обновление, удаление).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Расчёт возраста и дней до ближайшего дня рождения.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Напоминания с настраиваемым периодом (1–30 дней).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Подсветка ДР сегодня и в ближайшие 3 дня.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Два режима: таблица с сортировкой и список + детали.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Экспорт в CSV, загрузка фото, панель администратора.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F6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Технологии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FE9FF"/>
                </a:solidFill>
              </a:defRPr>
            </a:pPr>
            <a:r>
              <a:t>Стек разработки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Python 3 — язык программирования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CustomTkinter + Tkinter/ttk — графический интерфейс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SQLite3 — локальная база данных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Pillow — работа с изображениями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PyInstaller — сборка в exe-файл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Inno Setup — создание установщика для Windows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F6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Выводы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FE9FF"/>
                </a:solidFill>
              </a:defRPr>
            </a:pPr>
            <a:r>
              <a:t>Что было сложного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</a:defRPr>
            </a:pPr>
            <a:r>
              <a:t>Совмещение CustomTkinter и ttk.Treeview — разные стили виджетов.</a:t>
            </a:r>
          </a:p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</a:defRPr>
            </a:pPr>
            <a:r>
              <a:t>Хранение id контактов в Listbox — решено через отдельный список.</a:t>
            </a:r>
          </a:p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</a:defRPr>
            </a:pPr>
            <a:r>
              <a:t>Корректный расчёт ближайшего ДР с учётом перехода года.</a:t>
            </a:r>
          </a:p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</a:defRPr>
            </a:pPr>
            <a:r>
              <a:t>Сборка exe с включением всех зависимостей (Tcl/Tk, Pillow).</a:t>
            </a:r>
          </a:p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</a:defRPr>
            </a:pPr>
            <a:r>
              <a:t>Переход от тёмной монохромной темы к аккуратному светлому дизайну.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F6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Выводы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FE9FF"/>
                </a:solidFill>
              </a:defRPr>
            </a:pPr>
            <a:r>
              <a:t>Чему научились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</a:defRPr>
            </a:pPr>
            <a:r>
              <a:t>Проектировать desktop-приложение: UI + логика + база данных.</a:t>
            </a:r>
          </a:p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</a:defRPr>
            </a:pPr>
            <a:r>
              <a:t>Работать с SQLite: таблицы, CRUD, связи между сущностями.</a:t>
            </a:r>
          </a:p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</a:defRPr>
            </a:pPr>
            <a:r>
              <a:t>Создавать GUI на CustomTkinter и комбинировать с Tkinter.</a:t>
            </a:r>
          </a:p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</a:defRPr>
            </a:pPr>
            <a:r>
              <a:t>Реализовывать авторизацию и разграничение ролей.</a:t>
            </a:r>
          </a:p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</a:defRPr>
            </a:pPr>
            <a:r>
              <a:t>Писать прикладную логику: расчёт дат, напоминания, экспорт CSV.</a:t>
            </a:r>
          </a:p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</a:defRPr>
            </a:pPr>
            <a:r>
              <a:t>Собирать проект в exe и создавать установщик.</a:t>
            </a:r>
          </a:p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</a:defRPr>
            </a:pPr>
            <a:r>
              <a:t>Оформлять документацию: README, requirements, презентация.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F6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Выводы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FE9FF"/>
                </a:solidFill>
              </a:defRPr>
            </a:pPr>
            <a:r>
              <a:t>Что хотели бы доработать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</a:defRPr>
            </a:pPr>
            <a:r>
              <a:t>Календарный вид с отмеченными днями рождения.</a:t>
            </a:r>
          </a:p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</a:defRPr>
            </a:pPr>
            <a:r>
              <a:t>Несколько тем оформления (светлая / тёмная).</a:t>
            </a:r>
          </a:p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</a:defRPr>
            </a:pPr>
            <a:r>
              <a:t>Резервное копирование и восстановление базы данных.</a:t>
            </a:r>
          </a:p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</a:defRPr>
            </a:pPr>
            <a:r>
              <a:t>Поиск и фильтрация контактов.</a:t>
            </a:r>
          </a:p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</a:defRPr>
            </a:pPr>
            <a:r>
              <a:t>Напоминания через email или Telegram.</a:t>
            </a:r>
          </a:p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</a:defRPr>
            </a:pPr>
            <a:r>
              <a:t>Более надёжное хеширование паролей (bcrypt).</a:t>
            </a:r>
          </a:p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</a:defRPr>
            </a:pPr>
            <a:r>
              <a:t>Unit-тесты для расчётов дат и работы с БД.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F6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Применение в учёбе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FE9FF"/>
                </a:solidFill>
              </a:defRPr>
            </a:pPr>
            <a:r>
              <a:t>Чем это пригодится дальше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</a:defRPr>
            </a:pPr>
            <a:r>
              <a:t>Python и ООП — лабораторные работы, курсовые проекты.</a:t>
            </a:r>
          </a:p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</a:defRPr>
            </a:pPr>
            <a:r>
              <a:t>SQLite и SQL — курсы по базам данных, backend-разработка.</a:t>
            </a:r>
          </a:p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</a:defRPr>
            </a:pPr>
            <a:r>
              <a:t>GUI — создание интерфейсов для учебных приложений.</a:t>
            </a:r>
          </a:p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</a:defRPr>
            </a:pPr>
            <a:r>
              <a:t>Архитектура ПО — проектирование более сложных систем.</a:t>
            </a:r>
          </a:p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</a:defRPr>
            </a:pPr>
            <a:r>
              <a:t>Сборка и деплой — практика доставки программы пользователю.</a:t>
            </a:r>
          </a:p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</a:defRPr>
            </a:pPr>
            <a:r>
              <a:t>Документирование — GitHub, портфолио, защита проектов.</a:t>
            </a:r>
          </a:p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</a:defRPr>
            </a:pPr>
            <a:r>
              <a:t>Диаграммы UML/ER — отчёты по практике и проектированию ПО.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6D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Спасибо за внимание!</a:t>
            </a:r>
          </a:p>
          <a:p>
            <a:pPr algn="ctr">
              <a:defRPr sz="2200">
                <a:solidFill>
                  <a:srgbClr val="DFE9FF"/>
                </a:solidFill>
              </a:defRPr>
            </a:pPr>
            <a:r>
              <a:t>Готовы ответить на вопросы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Экран (4:3)</PresentationFormat>
  <Paragraphs>0</Paragraphs>
  <Slides>15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6" baseType="lpstr"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13</cp:revision>
  <dcterms:created xsi:type="dcterms:W3CDTF">2013-01-27T09:14:16Z</dcterms:created>
  <dcterms:modified xsi:type="dcterms:W3CDTF">2026-06-09T20:11:07Z</dcterms:modified>
  <cp:category/>
</cp:coreProperties>
</file>