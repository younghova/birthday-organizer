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Органайзер дней рождения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FE9FF"/>
                </a:solidFill>
              </a:defRPr>
            </a:pPr>
            <a:r>
              <a:t>Desktop-приложение на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Выполнил: ____________________  (группа ______)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Преподаватель: ____________________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Задание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Какую задачу получили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Разработать desktop-приложение для учёта контактов и напоминания о днях рождения.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Хранить контакты: имя, дата рождения, телефон, email, фото, эмодзи.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Автоматически считать возраст и количество дней до ближайшего ДР.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Реализовать систему напоминаний с настраиваемым периодом.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Сделать удобный графический интерфейс и работу с базой данных.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Добавить авторизацию пользователей и роль администратора.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Обеспечить экспорт данных в CSV и возможность сборки в exe.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Анализ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Проблема, аудитория и аналоги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F6DF6"/>
                </a:solidFill>
              </a:defRPr>
            </a:pPr>
            <a:r>
              <a:t>Проблема и аудитория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Люди забывают дни рождения близких.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Контактов может быть много.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Нужны локальные напоминания без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Целевая аудитория: студенты, пользователи ПК.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A39A"/>
                </a:solidFill>
              </a:defRPr>
            </a:pPr>
            <a:r>
              <a:t>Сравнение с аналогами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Google Calendar — нужен интернет.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Контакты телефона — нет расчёта возраста.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Excel — нет напоминаний и авторизации.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Вывод: нужно своё desktop-приложение с БД.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Диаграмма вариантов использования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F6DF6"/>
                </a:solidFill>
              </a:defRPr>
            </a:pPr>
            <a:r>
              <a:t>Акторы и сценарии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Пользователь: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Регистрация / Вход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Добавление, редактирование, удаление контактов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Просмотр таблицы / списка контактов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Настройка напоминаний, экспорт в CSV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Администратор: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Все действия пользователя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Управление пользователями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Сброс пароля, удаление учётной записи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Диаграмма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ER-модель (SQLite)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F6DF6"/>
                </a:solidFill>
              </a:defRPr>
            </a:pPr>
            <a:r>
              <a:t>Таблицы и связи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USERS (id, username, password, role)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├──&lt; CONTACTS (id, user_id, name, birth_date,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│                phone, email, photo_path, emoji)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└── SETTINGS (user_id, reminder_days)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Связи: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Один пользователь → много контактов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Один пользователь → одна запись настроек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При удалении пользователя контакты удаляются (CASCADE)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Архитектура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Трёхслойная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F6DF6"/>
                </a:solidFill>
              </a:defRPr>
            </a:pPr>
            <a:r>
              <a:t>Слои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UI (main.py)            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LoginWindow → BirthdayApp → AdminWindow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┌──────────────────▼──────────────────────────┐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Бизнес-логика           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AuthManager, расчёт возраста, напоминания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┌──────────────────▼──────────────────────────┐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Данные (database.py) → SQLite birthdays.db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Алгоритм работы программы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Основной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F6DF6"/>
                </a:solidFill>
              </a:defRPr>
            </a:pPr>
            <a:r>
              <a:t>Последовательность действий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Запуск → Окно авторизации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Успешный вход → Главное окно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Добавление / редактирование / удаление контакта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Сохранение в SQLite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Отображение в таблице или списке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Проверка напоминаний → уведомление о ближайших ДР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Разработка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Этапы реализации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1. Проектирование — анализ, ER-диаграмма, архитектура.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2. База данных — модуль database.py, таблицы users, contacts, settings.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3. Авторизация — регистрация, вход, SHA-256, роли user/admin.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4. GUI — CustomTkinter: окно входа, форма контакта, таблица, админ-панель.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5. Функции — напоминания, CSV-экспорт, фото, эмодзи, горячие клавиши.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6. Дизайн — светлая тема, единая цветовая палитра, стилизация таблиц.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7. Сборка — exe (PyInstaller) и установщик (Inno Setup).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Реализованный функционал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Что умеет 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Авторизация и регистрация пользователей.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CRUD-операции с контактами (создание, чтение, обновление, удаление).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Расчёт возраста и дней до ближайшего дня рождения.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Напоминания с настраиваемым периодом (1–30 дней).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Подсветка ДР сегодня и в ближайшие 3 дня.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Два режима: таблица с сортировкой и список + детали.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Экспорт в CSV, загрузка фото, панель администратора.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Стек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Python 3 — язык программирования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CustomTkinter + Tkinter/ttk — графический интерфейс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SQLite3 — локальная база данных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Pillow — работа с изображениями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PyInstaller — сборка в exe-файл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Inno Setup — создание установщика для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Что было сложного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Совмещение CustomTkinter и ttk.Treeview — разные стили виджетов.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Хранение id контактов в Listbox — решено через отдельный список.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Корректный расчёт ближайшего ДР с учётом перехода года.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Сборка exe с включением всех зависимостей (Tcl/Tk, Pillow).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Переход от тёмной монохромной темы к аккуратному светлому дизайну.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Чему научились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Проектировать desktop-приложение: UI + логика + база данных.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Работать с SQLite: таблицы, CRUD, связи между сущностями.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Создавать GUI на CustomTkinter и комбинировать с Tkinter.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Реализовывать авторизацию и разграничение ролей.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Писать прикладную логику: расчёт дат, напоминания, экспорт CSV.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Собирать проект в exe и создавать установщик.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Оформлять документацию: README, requirements, презентация.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Что хотели бы доработать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Календарный вид с отмеченными днями рождения.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Несколько тем оформления (светлая / тёмная).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Резервное копирование и восстановление базы данных.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Поиск и фильтрация контактов.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Напоминания через email или Telegram.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Более надёжное хеширование паролей (bcrypt).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Unit-тесты для расчётов дат и работы с БД.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Применение в учёбе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Чем это пригодится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Python и ООП — лабораторные работы, курсовые проекты.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SQLite и SQL — курсы по базам данных, backend-разработка.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GUI — создание интерфейсов для учебных приложений.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Архитектура ПО — проектирование более сложных систем.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Сборка и деплой — практика доставки программы пользователю.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Документирование — GitHub, портфолио, защита проектов.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Диаграммы UML/ER — отчёты по практике и проектированию ПО.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D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  <a:p>
            <a:pPr algn="ctr">
              <a:defRPr sz="2200">
                <a:solidFill>
                  <a:srgbClr val="DFE9FF"/>
                </a:solidFill>
              </a:defRPr>
            </a:pPr>
            <a:r>
              <a:t>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